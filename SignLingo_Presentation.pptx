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4F7F6"/>
                </a:solidFill>
                <a:latin typeface="Calibri"/>
              </a:rPr>
              <a:t>SIGNLINGO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5DEDA"/>
                </a:solidFill>
                <a:latin typeface="Calibri"/>
              </a:rPr>
              <a:t>American Sign Language fingerspelling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7F6"/>
                </a:solidFill>
                <a:latin typeface="Calibri"/>
              </a:rPr>
              <a:t>A deep learning demo that reads a still hand photo,
predicts a letter, and can turn known glosses into an English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8A70"/>
                </a:solidFill>
                <a:latin typeface="Calibri"/>
              </a:rPr>
              <a:t>College project  ·  Python, TensorFlow, MediaPipe,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Recognize a static American Sign Language letter from a hand image.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Show the predicted letter and a confidence score.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Keep a history of saved predictions.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Turn a short sequence of known sign glosses into an English sentence.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Be honest about what this copy of the project can and cannot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What the downloaded repository already 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Source: github.com/ishgit/sign-language-project.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word-level pipeline: video, MediaPipe hand landmarks, then a neural network.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Five architectures were written: ViT, BiLSTM with attention, ResNet-50, VGG-16, and VGG-19.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rule-based module turns glosses such as I, GO, and SCHOOL into English.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original README reports about 88% top-1 for a ViT on 50 WLASL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8A70"/>
                </a:solidFill>
                <a:latin typeface="Calibri"/>
              </a:rPr>
              <a:t>That 88% figure was already in the download. It was not measured again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What this folder did not include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No WLASL videos, so the word-level models could not be trained or tested.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No file models/sign_language_model.h5, and no label encoder or scaler.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MediaPipe 1.1 on this PC no longer has mp.solutions.hands.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old live webcam script depended on that removed API, so it could not start as shipped.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continuous live webcam demo was removed from the app because it was not reliable.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What we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Streamlit app: camera photo, image upload, letter, confidence, and top 3.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Save prediction writes a history file. It does not train or update the model.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sentence page for known glosses, using the original grammar rules.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hold-out gallery that runs the trained CNN on images it did not train on.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MediaPipe Tasks hand landmarker, because the old Hands API is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Sign Language MNIST, training CSV from a public GitHub mirror of the Kaggle set.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Each row is one label plus 784 grayscale pixels, a 28×28 image.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27,455 images in the file. Split: 21,964 train and 5,491 hold-out.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Split is stratified 80/20 with random seed 42.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official Kaggle test CSV was not in that mirror, so the hold-out is taken from the training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Letters the CNN can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24 static letters: A through Y, skipping J.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J and Z are not in Sign Language MNIST because those signs need motion.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network is a small CNN: three convolution blocks, then a dense layer and softmax.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Input is 28×28×1. Pixel values are divided by 255 inside the model.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Loss is sparse categorical cross-entropy. Optimizer is Adam. Batch size 128. Up to 8 epochs.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These numbers are from scripts/train_alphabet.py on this machine.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Hold-out accuracy: 99.95% on 5,491 images.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Hold-out top-3 accuracy: 100%.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Training ran 6 epochs. Last-epoch training accuracy was 99.76%.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Last-epoch validation accuracy was 99.13%. Early stopping kept the best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8A70"/>
                </a:solidFill>
                <a:latin typeface="Calibri"/>
              </a:rPr>
              <a:t>This score is for clean 28×28 dataset images. It is not a webcam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Two different recognizers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Gallery: the CNN. It is accurate on Sign Language MNIST images.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Camera photo and upload: 21 hand landmarks from MediaPipe, then hand-shape rules.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 normal photo does not look like the MNIST images, so the CNN is not used on the camera.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Landmark rules work better on a clear palm-facing photo, and worse on fist letters.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A, S, T, M, and N are all closed fists, so they are easy to confuse.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Sentence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This part is rules, not a second neural network.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Example: the glosses I GO become “I am going.”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It only runs when every word is in a small gloss list, such as GO, SCHOOL, BOOK.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Unknown words are left as typed text.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It does not watch a video and it does not translate arbitrary English.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How to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Open PowerShell in the project folder.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Run .\run_app.bat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Open http://localhost:8510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Use Camera photo or Upload. The live webcam window is not part of the app.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Python 3.14, TensorFlow 2.22, and MediaPipe 1.1 were used on this Windows PC. Training is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7F6"/>
                </a:solidFill>
                <a:latin typeface="Calibri"/>
              </a:rPr>
              <a:t>Limits to say in the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This demo recognizes static letters, not full WLASL words.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J and Z are out of scope.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99.95% score is the dataset hold-out, not a live camera test.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Saving a prediction does not train the model.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F4F7F6"/>
                </a:solidFill>
                <a:latin typeface="Calibri"/>
              </a:rPr>
              <a:t>The original 88% word-level number was not reproduced, because the videos and weights are missing.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